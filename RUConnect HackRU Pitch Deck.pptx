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pitch. Then go straight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miss events they would have loved. The data entry problem is why existing aggregators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1 and 2: glowing map, then scrub the slider.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3: upload a crumpled flyer and watch the swarm work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4: ask one question out loud. The agent answers and the camera flies.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shared contracts: three people, three agents, no collisions.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Finishing card with what is truly working at feature freeze. Judges reward honesty and one reliable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0381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D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HackRU · October 10 to 11, 2026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91470"/>
            <a:ext cx="10883392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</a:t>
            </a:r>
            <a:r>
              <a:rPr lang="en-US" sz="7200" b="1" i="0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800" y="3954760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event on Rutgers College Ave, on one 3D map you can talk 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30575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mlhv · bxnkuoch · chaitanya-kadlan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are scattered, so students miss them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3380284" cy="1404590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640"/>
            <a:ext cx="295191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C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flyers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530"/>
            <a:ext cx="295191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Taped to doors and boards across College Ave.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74465"/>
            <a:ext cx="3380333" cy="1404590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93164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C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 Instagram posts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307530"/>
            <a:ext cx="2951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Posted once, buried by the next scroll.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92" y="1674465"/>
            <a:ext cx="3380333" cy="1404590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67" y="193164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C0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boards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67" y="2307530"/>
            <a:ext cx="2951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Half-maintained, hard to browse by time or place.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43783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Entering events by hand is painful, so aggregators go stale.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3D map that shows what is happening now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3380284" cy="1661765"/>
          </a:xfrm>
          <a:prstGeom prst="roundRect">
            <a:avLst>
              <a:gd name="adj" fmla="val 5923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640"/>
            <a:ext cx="295191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College Ave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530"/>
            <a:ext cx="295191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Extruded 3D buildings on a Mapbox dark basemap, from a shared building dataset.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74465"/>
            <a:ext cx="3380333" cy="1661765"/>
          </a:xfrm>
          <a:prstGeom prst="roundRect">
            <a:avLst>
              <a:gd name="adj" fmla="val 5923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93164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 glow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307530"/>
            <a:ext cx="295196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building lights up when an event is active inside it at the selected time.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92" y="1674465"/>
            <a:ext cx="3380333" cy="1661765"/>
          </a:xfrm>
          <a:prstGeom prst="roundRect">
            <a:avLst>
              <a:gd name="adj" fmla="val 5923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67" y="193164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slider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67" y="2307530"/>
            <a:ext cx="295196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Scrub through the day and watch activity move across campus.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695005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state store drives the map, the slider, and the voice agent.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13792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Gemini agent swarm turns flyers into events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2005310" cy="1918940"/>
          </a:xfrm>
          <a:prstGeom prst="roundRect">
            <a:avLst>
              <a:gd name="adj" fmla="val 5129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640"/>
            <a:ext cx="15417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530"/>
            <a:ext cx="154176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vision reads a photo, even a crumpled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54635" y="1674465"/>
            <a:ext cx="2005360" cy="1918940"/>
          </a:xfrm>
          <a:prstGeom prst="roundRect">
            <a:avLst>
              <a:gd name="adj" fmla="val 5129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1810" y="1931640"/>
            <a:ext cx="154181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11810" y="2307530"/>
            <a:ext cx="154181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the text to a College Ave building.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93345" y="1674465"/>
            <a:ext cx="2005310" cy="1918940"/>
          </a:xfrm>
          <a:prstGeom prst="roundRect">
            <a:avLst>
              <a:gd name="adj" fmla="val 5129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0520" y="1931640"/>
            <a:ext cx="15417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50520" y="2307530"/>
            <a:ext cx="154176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pgvector embeddings catch repeat posts.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32005" y="1674465"/>
            <a:ext cx="2005360" cy="1918940"/>
          </a:xfrm>
          <a:prstGeom prst="roundRect">
            <a:avLst>
              <a:gd name="adj" fmla="val 5129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9180" y="1931640"/>
            <a:ext cx="154181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89180" y="2307530"/>
            <a:ext cx="154181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fields, flags low confidence.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70715" y="1674465"/>
            <a:ext cx="2005310" cy="1918940"/>
          </a:xfrm>
          <a:prstGeom prst="roundRect">
            <a:avLst>
              <a:gd name="adj" fmla="val 5129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7890" y="1931640"/>
            <a:ext cx="15417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7890" y="2307530"/>
            <a:ext cx="154176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Published, and the building glows.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395218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sources, one pipeline: uploaded flyers, Instagram posts, event-board pages. Each step streams to the UI.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ask, and the map flies there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290"/>
            <a:ext cx="10883392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i="1" dirty="0">
                <a:solidFill>
                  <a:srgbClr val="FFD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"I'm free until 4, I like robotics and free food, what's near the library?"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407245"/>
            <a:ext cx="3380284" cy="1661765"/>
          </a:xfrm>
          <a:prstGeom prst="roundRect">
            <a:avLst>
              <a:gd name="adj" fmla="val 5923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664420"/>
            <a:ext cx="295191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find_events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3040311"/>
            <a:ext cx="295191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by time, interests, free food, and nearby building, then highlights matches.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2407245"/>
            <a:ext cx="3380333" cy="1661765"/>
          </a:xfrm>
          <a:prstGeom prst="roundRect">
            <a:avLst>
              <a:gd name="adj" fmla="val 5923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66442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focus_event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2984" y="3040311"/>
            <a:ext cx="2951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Flies the camera to the top pick and opens its building.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2407245"/>
            <a:ext cx="3380333" cy="1661765"/>
          </a:xfrm>
          <a:prstGeom prst="roundRect">
            <a:avLst>
              <a:gd name="adj" fmla="val 5923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67" y="266442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2867" y="3040311"/>
            <a:ext cx="295196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Speaks the answer. The API key stays on our server.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ship in 18 hours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83990"/>
          <a:ext cx="10553700" cy="233045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Layer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we used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React, Vite, Mapbox GL JS, zustand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Node, Express, TypeScript, zod contracts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Gemini vision and embeddings, ElevenLabs Conversational AI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122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Tiger Data Postgres with pgvector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37004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slices (Map, Ingest, Voice) built in parallel against frozen shared contracts, with CI on every pull request.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so far, and what is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3380284" cy="2690465"/>
          </a:xfrm>
          <a:prstGeom prst="roundRect">
            <a:avLst>
              <a:gd name="adj" fmla="val 3658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640"/>
            <a:ext cx="295191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530"/>
            <a:ext cx="2951912" cy="182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 and shared schemas. API for buildings, events, config. 3D map with time slider and map controller. 12 sample events. Postgres migrations. CI and branch guardrails.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74465"/>
            <a:ext cx="3380333" cy="2690465"/>
          </a:xfrm>
          <a:prstGeom prst="roundRect">
            <a:avLst>
              <a:gd name="adj" fmla="val 3658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93164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307530"/>
            <a:ext cx="295196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[Update before presenting: flyer swarm and ElevenLabs voice agent status]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92" y="1674465"/>
            <a:ext cx="3380333" cy="2690465"/>
          </a:xfrm>
          <a:prstGeom prst="roundRect">
            <a:avLst>
              <a:gd name="adj" fmla="val 3658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67" y="1931640"/>
            <a:ext cx="295196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67" y="2307530"/>
            <a:ext cx="2951963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crowd energy from ambient sound. Accessibility routes. Interest-based picks and friend matching. More campuses.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Connect: HackRU Pitch Deck">
  <a:themeElements>
    <a:clrScheme name="RUConnect: HackRU Pitch Deck">
      <a:dk1>
        <a:srgbClr val="0B1220"/>
      </a:dk1>
      <a:lt1>
        <a:srgbClr val="F3F1EA"/>
      </a:lt1>
      <a:dk2>
        <a:srgbClr val="222834"/>
      </a:dk2>
      <a:lt2>
        <a:srgbClr val="B9B9B8"/>
      </a:lt2>
      <a:accent1>
        <a:srgbClr val="FF5D8F"/>
      </a:accent1>
      <a:accent2>
        <a:srgbClr val="FFD166"/>
      </a:accent2>
      <a:accent3>
        <a:srgbClr val="CC0033"/>
      </a:accent3>
      <a:accent4>
        <a:srgbClr val="A9B4CC"/>
      </a:accent4>
      <a:accent5>
        <a:srgbClr val="4A5468"/>
      </a:accent5>
      <a:accent6>
        <a:srgbClr val="9AA0A6"/>
      </a:accent6>
      <a:hlink>
        <a:srgbClr val="0563C1"/>
      </a:hlink>
      <a:folHlink>
        <a:srgbClr val="954F72"/>
      </a:folHlink>
    </a:clrScheme>
    <a:fontScheme name="RUConnect: HackRU Pitch Deck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RUConnect: HackRU Pitch Deck</dc:title>
  <dc:subject/>
  <dc:creator/>
  <cp:lastModifiedBy/>
  <cp:revision>1</cp:revision>
  <dcterms:created xsi:type="dcterms:W3CDTF">2026-10-11T13:08:41Z</dcterms:created>
  <dcterms:modified xsi:type="dcterms:W3CDTF">2026-10-11T13:08:41Z</dcterms:modified>
</cp:coreProperties>
</file>