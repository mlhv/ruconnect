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sec. One-line pitch, then straight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sec. Name the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sec. Demo: show the glowing map and drag the slider.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sec. Demo: upload a crumpled flyer and let the swarm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sec. Demo: ask one question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sec. Name the stack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sec. Close and thank the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096790"/>
            <a:ext cx="10566400" cy="17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6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6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161730"/>
            <a:ext cx="10566400" cy="188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096790"/>
            <a:ext cx="10566400" cy="176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6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6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4161730"/>
            <a:ext cx="10566400" cy="188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36855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</a:t>
            </a:r>
            <a:r>
              <a:rPr lang="en-US" sz="10000" b="1" i="0" dirty="0">
                <a:solidFill>
                  <a:srgbClr val="FF5D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nect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812800" y="3841750"/>
            <a:ext cx="1088339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campus event. One 3D map you can talk 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44135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HackRU 2026 · mlhv · bxnkuoch · chaitanya-kadlan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536825"/>
            <a:ext cx="10883392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miss events.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12800" y="3721695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Flyers. Instagram. Event boards. Nothing in one place.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096790"/>
            <a:ext cx="10883392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what's happening now.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12800" y="4161730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Buildings glow. Slide through the day.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625650"/>
            <a:ext cx="10883392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 a flyer. Get an event.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12800" y="3690590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agents do the data entry.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5975" y="4394795"/>
            <a:ext cx="1021159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95884" y="4394795"/>
            <a:ext cx="1212404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7038" y="4394795"/>
            <a:ext cx="1324421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50209" y="4394795"/>
            <a:ext cx="1127373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36332" y="4394795"/>
            <a:ext cx="1022201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536825"/>
            <a:ext cx="10883392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ask.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12800" y="3721695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"Free food near the library until 4?" The map flies there.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63775"/>
            <a:ext cx="10883392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18 hours.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15975" y="3756620"/>
            <a:ext cx="1235273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09998" y="3756620"/>
            <a:ext cx="1726605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095353" y="3756620"/>
            <a:ext cx="1355477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Mapbox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09580" y="3756620"/>
            <a:ext cx="2703661" cy="631180"/>
          </a:xfrm>
          <a:prstGeom prst="roundRect">
            <a:avLst>
              <a:gd name="adj" fmla="val 15594"/>
            </a:avLst>
          </a:prstGeom>
          <a:solidFill>
            <a:srgbClr val="151E33"/>
          </a:solidFill>
          <a:ln w="6350">
            <a:solidFill>
              <a:srgbClr val="26314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3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 + pgvector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536825"/>
            <a:ext cx="10883392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every campus.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12800" y="3721695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Crowd energy. Accessibility routes. Friend matching.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3401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RUConnect · HackRU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Connect: HackRU Pitch Deck">
  <a:themeElements>
    <a:clrScheme name="RUConnect: HackRU Pitch Deck">
      <a:dk1>
        <a:srgbClr val="0B1220"/>
      </a:dk1>
      <a:lt1>
        <a:srgbClr val="F3F1EA"/>
      </a:lt1>
      <a:dk2>
        <a:srgbClr val="222834"/>
      </a:dk2>
      <a:lt2>
        <a:srgbClr val="B9B9B8"/>
      </a:lt2>
      <a:accent1>
        <a:srgbClr val="FFD166"/>
      </a:accent1>
      <a:accent2>
        <a:srgbClr val="A9B4CC"/>
      </a:accent2>
      <a:accent3>
        <a:srgbClr val="4A5468"/>
      </a:accent3>
      <a:accent4>
        <a:srgbClr val="9AA0A6"/>
      </a:accent4>
      <a:accent5>
        <a:srgbClr val="969899"/>
      </a:accent5>
      <a:accent6>
        <a:srgbClr val="73767B"/>
      </a:accent6>
      <a:hlink>
        <a:srgbClr val="0563C1"/>
      </a:hlink>
      <a:folHlink>
        <a:srgbClr val="954F72"/>
      </a:folHlink>
    </a:clrScheme>
    <a:fontScheme name="RUConnect: HackRU Pitch Deck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RUConnect: HackRU Pitch Deck</dc:title>
  <dc:subject/>
  <dc:creator/>
  <cp:lastModifiedBy/>
  <cp:revision>1</cp:revision>
  <dcterms:created xsi:type="dcterms:W3CDTF">2026-10-11T15:11:46Z</dcterms:created>
  <dcterms:modified xsi:type="dcterms:W3CDTF">2026-10-11T15:11:46Z</dcterms:modified>
</cp:coreProperties>
</file>